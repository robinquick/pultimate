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Dense Text Block</a:t>
            </a:r>
          </a:p>
        </p:txBody>
      </p:sp>
      <p:sp>
        <p:nvSpPr>
          <p:cNvPr id="3" name="Subtitle 2"/>
          <p:cNvSpPr>
            <a:spLocks noGrp="1"/>
          </p:cNvSpPr>
          <p:nvPr>
            <p:ph type="subTitle" idx="1"/>
          </p:nvPr>
        </p:nvSpPr>
        <p:spPr/>
        <p:txBody>
          <a:bodyPr/>
          <a:lstStyle/>
          <a:p>
            <a:r>
              <a:t>Generated Source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Slide 1</a:t>
            </a:r>
          </a:p>
        </p:txBody>
      </p:sp>
      <p:sp>
        <p:nvSpPr>
          <p:cNvPr id="3" name="Content Placeholder 2"/>
          <p:cNvSpPr>
            <a:spLocks noGrp="1"/>
          </p:cNvSpPr>
          <p:nvPr>
            <p:ph idx="1"/>
          </p:nvPr>
        </p:nvSpPr>
        <p:spPr/>
        <p:txBody>
          <a:bodyPr/>
          <a:lstStyle/>
          <a:p>
            <a:r>
              <a:t>Start word word word word word word word word word word word word word word word word word word word word word word word word word word word word word word word word word word word word word word word word word word word word word word word word word word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