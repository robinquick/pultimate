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Special Chars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Source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@#$%^&amp;*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Emoji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