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Bullet List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Source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Item 0</a:t>
            </a:r>
          </a:p>
          <a:p>
            <a:r>
              <a:t>- Item 1</a:t>
            </a:r>
          </a:p>
          <a:p>
            <a:r>
              <a:t>- Item 2</a:t>
            </a:r>
          </a:p>
          <a:p>
            <a:r>
              <a:t>- Item 3</a:t>
            </a:r>
          </a:p>
          <a:p>
            <a:r>
              <a:t>- Item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