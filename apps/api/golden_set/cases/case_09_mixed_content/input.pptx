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Mixed Content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Source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Long Long Long Long Long Long Long Long Long Long Long Long Long Long Long Long Long Long Long Long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 again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