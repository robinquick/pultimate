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Long Content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AAAAAAAAAAAAAAAAAAAAAAAAAAAAAAAAAAAAAAAAAAAAAAAAAAAAAAAAAAAAAAAAAAAAAAAAAAAAAAAAAAAAAAAAAAAAAAAAAAAA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BBBBBBBBBBBBBBBBBBBBBBBBBBBBBBBBBBBBBBBBBBBBBBBBBBBBBBBBBBBBBBBBBBBBBBBBBBBBBBBBBBBBBBBBBBBBBBBBBBBBBBBBBBBBBBBBBBBBBBBBBBBBBBBBBBBBBBBBBBBBBBBBBBBBBBBBBBBBBBBBBBBBBBBBBBBBBBBBBBBBBBBBBBBBBBBBBBBBBBBB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